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7899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02020"/>
                </a:solidFill>
                <a:latin typeface="Meiryo"/>
              </a:rPr>
              <a:t>Azure Service Health 公開情報の紹介</a:t>
            </a:r>
          </a:p>
          <a:p>
            <a:r>
              <a:rPr sz="2200" b="0">
                <a:solidFill>
                  <a:srgbClr val="0078D4"/>
                </a:solidFill>
                <a:latin typeface="Meiryo"/>
              </a:rPr>
              <a:t>Azure Key Vault access policies → Azure RBAC への移行勧告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5394960" cy="2377440"/>
          </a:xfrm>
          <a:prstGeom prst="roundRect">
            <a:avLst/>
          </a:prstGeom>
          <a:solidFill>
            <a:srgbClr val="F2F6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484632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eiryo"/>
              </a:rPr>
              <a:t>Tracking ID: RN3T-JRG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Service: Azure Key Vault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Event Type: 正常性の勧告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Status: Active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Tag: Action Recommended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Start: 2026-02-09 09:00 JST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Last update: 2026-02-10 04:28 JST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880360"/>
            <a:ext cx="45720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31546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8C00"/>
                </a:solidFill>
                <a:latin typeface="Meiryo"/>
              </a:rPr>
              <a:t>ポイント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• 2027-02-27 に旧 API が廃止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• 新規 Key Vault は Azure RBAC が既定</a:t>
            </a:r>
          </a:p>
          <a:p>
            <a:r>
              <a:rPr sz="1600" b="0">
                <a:solidFill>
                  <a:srgbClr val="202020"/>
                </a:solidFill>
                <a:latin typeface="Meiryo"/>
              </a:rPr>
              <a:t>• IaC / 自動化の前提見直しが必要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A5A5A"/>
                </a:solidFill>
                <a:latin typeface="Meiryo"/>
              </a:rPr>
              <a:t>Source: Azure Service Health / Tracking ID: RN3T-JRG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eiryo"/>
              </a:rPr>
              <a:t>要点サマリー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13716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Meiryo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2027-02-27 に Azure Key Vault API version 2026-02-01 より前の API が廃止される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API version 2026-02-01 以降は、新規作成される Key Vault の既定アクセス制御モデルが Azure RBAC になる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既存の Key Vault は現在のアクセス制御モデルを継続する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Azure portal の挙動は変更されない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access policies 前提の自動化を継続する場合は、明示的な設定が必要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対応しないと HTTP 403 やロール不足による処理失敗の可能性がある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A5A5A"/>
                </a:solidFill>
                <a:latin typeface="Meiryo"/>
              </a:rPr>
              <a:t>Source: Azure Service Health / Tracking ID: RN3T-JRG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eiryo"/>
              </a:rPr>
              <a:t>変更内容の詳細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13716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Meiryo"/>
              </a:rPr>
              <a:t>Details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2026年2月リリースの API version 2026-02-01 で、セキュリティ上の重要な更新が入る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新規作成されるすべての Key Vault で Azure RBAC が既定となる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既存 Vault は今のアクセス制御モデルを維持する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legacy access policies を使っている場合は、Azure RBAC への移行が推奨される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access policies を継続したい場合は、以下で明示設定が必要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CLI / PowerShell / REST API / ARM / Bicep / Terraform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放置すると新規 Vault 作成時に RBAC 既定となり、権限不足の不具合が顕在化しうる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A5A5A"/>
                </a:solidFill>
                <a:latin typeface="Meiryo"/>
              </a:rPr>
              <a:t>Source: Azure Service Health / Tracking ID: RN3T-JRG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eiryo"/>
              </a:rPr>
              <a:t>影響範囲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13716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Meiryo"/>
              </a:rPr>
              <a:t>Impact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9728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対象サービス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Azure Key Vault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対象リージョン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主要な Azure パブリックリージョンが広く対象（East US / West US 2 / West Europe / North Europe / Japan East / Japan West / Southeast Asia / Australia East ほか多数）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影響を受けやすいケース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CLI / PowerShell / REST API / ARM / Bicep / Terraform で Key Vault を新規作成・再作成しているケース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特に注意したい運用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CI/CD、IaC、スクリプト化されたシークレット登録、環境再構築、自動プロビジョニング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影響が比較的小さいケース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既存 Vault の継続利用中心、Portal 手動操作中心、すでに Azure RBAC へ移行済み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主な失敗モード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HTTP 403、ロール不足、シークレット取得失敗、デプロイ失敗、運用ジョブ失敗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A5A5A"/>
                </a:solidFill>
                <a:latin typeface="Meiryo"/>
              </a:rPr>
              <a:t>Source: Azure Service Health / Tracking ID: RN3T-JRG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eiryo"/>
              </a:rPr>
              <a:t>必要アクションと期限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13716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Meiryo"/>
              </a:rPr>
              <a:t>Required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原則対応: 新規・既存 Vault を Azure RBAC へ移行する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代替対応: access policies を継続したい場合は、新規 Vault 作成時に明示的に設定する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移行期限: 2027-02-27 までに API version 2026-02-01 へ移行する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実施ステップ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Key Vault 利用実態の棚卸し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access policies 利用有無の確認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ARM / Bicep / Terraform / CLI / PowerShell のテンプレート確認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検証環境で新規 Vault 作成と権限動作を確認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A5A5A"/>
                </a:solidFill>
                <a:latin typeface="Meiryo"/>
              </a:rPr>
              <a:t>Source: Azure Service Health / Tracking ID: RN3T-JRG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eiryo"/>
              </a:rPr>
              <a:t>自社としての対応方針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13716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Meiryo"/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本件は緊急障害対応ではないが、中期的には確実に対応が必要な設計変更案件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特に Key Vault を自動構築しているチームでは優先度は中〜高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短期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利用システム / サブスクリプション / テンプレートの棚卸し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access policies 前提のフローを洗い出し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中期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Azure RBAC への移行可否を判断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必要ロール設計とテンプレート更新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02020"/>
                </a:solidFill>
                <a:latin typeface="Meiryo"/>
              </a:rPr>
              <a:t>• 推奨メッセージ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Meiryo"/>
              </a:rPr>
              <a:t>– 『既存 Vault はすぐ止まらないが、将来の新規構築でハマる前に整理する』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A5A5A"/>
                </a:solidFill>
                <a:latin typeface="Meiryo"/>
              </a:rPr>
              <a:t>Source: Azure Service Health / Tracking ID: RN3T-JRG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eiryo"/>
              </a:rPr>
              <a:t>イベント情報（参考）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13716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Meiryo"/>
              </a:rPr>
              <a:t>Appendix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9728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Meiryo"/>
                        </a:rPr>
                        <a:t>値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Title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Action required: Transition Azure Key Vault access policies to Azure RBAC or configure Azure Key Vault to explicitly use access policies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Tracking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RN3T-JRG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Event Type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正常性の勧告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Event level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Informational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Event tag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Action Recommended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Service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Azure Key Vault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Start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2026-02-09 09:00 JST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Last update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2026-02-10 04:28 JST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3227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Retirement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02020"/>
                          </a:solidFill>
                          <a:latin typeface="Meiryo"/>
                        </a:rPr>
                        <a:t>2027-02-27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A5A5A"/>
                </a:solidFill>
                <a:latin typeface="Meiryo"/>
              </a:rPr>
              <a:t>Source: Azure Service Health / Tracking ID: RN3T-JRG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